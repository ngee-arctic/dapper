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222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100E-05B6-E359-024E-61AD1F898B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2A4E46-1CA2-C421-9358-390AB8A5B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6A60A-A0AD-9683-EDE6-4F3D7AE6D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F7D7E-C7BD-C440-FF56-E54331CCD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37628-2653-F6E6-F639-825D6023D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346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B2E48-170C-53A8-19A0-3769C132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1FD36-71A8-6C5E-162B-BE2F28D7A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B00D9-37EF-DE62-0354-F7DA2CC54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0640F-DA17-3073-2942-878B3A41B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07EE8-A82B-B460-57B5-AC1E6F3B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416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49E0C-C1C4-95E3-1FCB-1C268EBB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45EBB-DC59-88F8-3A77-99C13550A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EDCD2-22EF-49A8-76F8-0807C96AE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7E5E7-F161-10D0-2B36-2A9021F08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1CE51-44C7-0037-A814-26E6809C9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428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9782D-565E-F100-F97D-573A15CA2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100EAA-BC85-6F31-2CB0-2C55B93FDA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256169-F595-44C7-CA35-358D2D4FB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076EEC-3470-9514-BD4D-5BBCDE857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106CE-3004-AA9B-9D9C-B2C5492F8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1E2A7-A733-B36F-8688-295A07926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417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45BF-3ED8-62AA-0A08-9EBCBDE0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8CBD35-55E8-3AA0-6A8D-D3120CCF4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B28FBA-63EC-B1B0-8264-B19178F8D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29C38-3189-4F58-40A9-5BCF10220A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74F066-F452-96BE-7B49-F8C03ED35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A324F2-52C3-9B5F-BF08-00B2A4592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87E40A-8E81-159A-9878-0C345D885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5DCB82-5D0E-D7FE-E9A5-9E69D7FF1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291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8E887-8D85-E1E6-2EA1-41060621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86E686-8342-3B16-E88C-46129E3A2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E5D97E-8DD0-E47B-2E44-A2CBCE05A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F1C7F-BA78-617E-4577-57F2DED3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62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1CCC66-1D89-8741-65E6-A1673A4B1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8ABE13-4250-3B47-217B-7621C3D8F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06B5D-0821-AB6C-CAAD-322DFA05C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371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19A34-06D6-DCD9-FF32-F51BD3CE0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B3DD0-41FE-7C3F-6998-B55C05669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DF8375-B433-B761-AB5D-A6ABD548CE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E89130-57DB-4746-4647-758CC9639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D33E64-1D2C-8B8C-4793-A5390B52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EC4A1-5C92-1794-79A5-D3A993FD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2149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12051-623C-76C7-E611-3EBCFBC97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5C74EB-4EF4-4080-B214-CD0F89A249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18D26D-43C9-3761-359A-8F7421002A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D8F8AC-FB0B-EB5E-E6FF-CD3612531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2BF0D-BFF5-D461-D9EC-A3A829BFC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2510DF-65BF-8164-D7AD-8514763B2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CB0B-9B96-5B7F-51D8-E9EF9FBF4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115C7-E73C-AE87-04DA-C242A403E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EE605-A9DF-3585-C690-788D04209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848E0-8C09-12C6-5479-EFCDD21DA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04758D-4D37-683D-D96D-3C878E34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9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2153D5-57BA-97D1-75FC-81B829B4DB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99F36F-0DDC-3368-5676-B9733FB23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479F8D-097A-264F-F786-0C61269A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437C0-4A61-9992-DD59-5B754D553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8DB81A-8F28-A446-1019-B7D3080D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10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AB2CA2-8AE7-8AB8-EBB0-E77F07F3A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0C32C-C033-EA4A-7AE1-4F12051E8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C6DE39-3127-0E1C-4AF0-BF3CA4D7B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A48DE-066C-4A5D-AE7B-15B9952207EF}" type="datetimeFigureOut">
              <a:rPr lang="en-US" smtClean="0"/>
              <a:t>9/18/2025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C8415-8E19-0F04-8F27-932F52231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5FA4D-1C91-5209-051D-EB145586BC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F80F9-B66B-471C-B4C1-DA2493B39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492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DD9D2FA-D3A9-D359-DDAE-30D65D69BA3A}"/>
              </a:ext>
            </a:extLst>
          </p:cNvPr>
          <p:cNvSpPr/>
          <p:nvPr/>
        </p:nvSpPr>
        <p:spPr>
          <a:xfrm>
            <a:off x="721054" y="2159708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07DC618-02A6-CC76-0375-CE7975C90C23}"/>
              </a:ext>
            </a:extLst>
          </p:cNvPr>
          <p:cNvSpPr/>
          <p:nvPr/>
        </p:nvSpPr>
        <p:spPr>
          <a:xfrm>
            <a:off x="803604" y="2464508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8EB1B5A-B5A9-ADC6-65F7-CA1C12C0E025}"/>
              </a:ext>
            </a:extLst>
          </p:cNvPr>
          <p:cNvSpPr/>
          <p:nvPr/>
        </p:nvSpPr>
        <p:spPr>
          <a:xfrm>
            <a:off x="1057604" y="2394658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BF580F-F0BA-2616-1635-9AE699C1CCA3}"/>
              </a:ext>
            </a:extLst>
          </p:cNvPr>
          <p:cNvSpPr/>
          <p:nvPr/>
        </p:nvSpPr>
        <p:spPr>
          <a:xfrm>
            <a:off x="1102054" y="1981908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B274C8E-C9B0-73E3-6C01-1697C9B527AA}"/>
              </a:ext>
            </a:extLst>
          </p:cNvPr>
          <p:cNvSpPr/>
          <p:nvPr/>
        </p:nvSpPr>
        <p:spPr>
          <a:xfrm>
            <a:off x="346404" y="2331158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59E5F38-3467-96C7-97B4-49E93D5BF6C6}"/>
              </a:ext>
            </a:extLst>
          </p:cNvPr>
          <p:cNvSpPr/>
          <p:nvPr/>
        </p:nvSpPr>
        <p:spPr>
          <a:xfrm>
            <a:off x="346404" y="1905708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DE62B0-B533-7B5E-EDCF-50F2D5EBBEC9}"/>
              </a:ext>
            </a:extLst>
          </p:cNvPr>
          <p:cNvSpPr txBox="1"/>
          <p:nvPr/>
        </p:nvSpPr>
        <p:spPr>
          <a:xfrm>
            <a:off x="52220" y="1445024"/>
            <a:ext cx="743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Point(s)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74DF26C-A210-38C8-CD9B-3AAAAA191D29}"/>
              </a:ext>
            </a:extLst>
          </p:cNvPr>
          <p:cNvSpPr/>
          <p:nvPr/>
        </p:nvSpPr>
        <p:spPr>
          <a:xfrm>
            <a:off x="2659417" y="2156096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814EC4C-D155-E455-0958-EBC8C42171C6}"/>
              </a:ext>
            </a:extLst>
          </p:cNvPr>
          <p:cNvSpPr/>
          <p:nvPr/>
        </p:nvSpPr>
        <p:spPr>
          <a:xfrm>
            <a:off x="2741967" y="2460896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4B13A79-CB60-F09E-A433-2A4EED2C185A}"/>
              </a:ext>
            </a:extLst>
          </p:cNvPr>
          <p:cNvSpPr/>
          <p:nvPr/>
        </p:nvSpPr>
        <p:spPr>
          <a:xfrm>
            <a:off x="2995967" y="2391046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F85C723-CFE9-6FDB-7939-758056B53518}"/>
              </a:ext>
            </a:extLst>
          </p:cNvPr>
          <p:cNvSpPr/>
          <p:nvPr/>
        </p:nvSpPr>
        <p:spPr>
          <a:xfrm>
            <a:off x="3040417" y="1978296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6AB69C8-02A8-DFFA-1D49-F44E1686952E}"/>
              </a:ext>
            </a:extLst>
          </p:cNvPr>
          <p:cNvSpPr/>
          <p:nvPr/>
        </p:nvSpPr>
        <p:spPr>
          <a:xfrm>
            <a:off x="2284767" y="2327546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049102C-0949-8B27-04BC-81BCF15F6109}"/>
              </a:ext>
            </a:extLst>
          </p:cNvPr>
          <p:cNvSpPr/>
          <p:nvPr/>
        </p:nvSpPr>
        <p:spPr>
          <a:xfrm>
            <a:off x="2284767" y="1902096"/>
            <a:ext cx="76200" cy="635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061E61-A951-CD3D-BD36-441FA24C8946}"/>
              </a:ext>
            </a:extLst>
          </p:cNvPr>
          <p:cNvSpPr txBox="1"/>
          <p:nvPr/>
        </p:nvSpPr>
        <p:spPr>
          <a:xfrm>
            <a:off x="1356054" y="2225087"/>
            <a:ext cx="6928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(optional)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D96FFD-00ED-8C10-A936-2040C5B75BAD}"/>
              </a:ext>
            </a:extLst>
          </p:cNvPr>
          <p:cNvSpPr/>
          <p:nvPr/>
        </p:nvSpPr>
        <p:spPr>
          <a:xfrm>
            <a:off x="2224442" y="1839796"/>
            <a:ext cx="196850" cy="189300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5F89FD-211A-B519-4B31-C7AC31851B2C}"/>
              </a:ext>
            </a:extLst>
          </p:cNvPr>
          <p:cNvSpPr/>
          <p:nvPr/>
        </p:nvSpPr>
        <p:spPr>
          <a:xfrm>
            <a:off x="2224442" y="2265246"/>
            <a:ext cx="196850" cy="189300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C45699-6909-E24D-B4C6-402512FC0822}"/>
              </a:ext>
            </a:extLst>
          </p:cNvPr>
          <p:cNvSpPr/>
          <p:nvPr/>
        </p:nvSpPr>
        <p:spPr>
          <a:xfrm>
            <a:off x="2592742" y="2093196"/>
            <a:ext cx="196850" cy="189300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B6B11C-825C-DBAF-359B-291D873C60C7}"/>
              </a:ext>
            </a:extLst>
          </p:cNvPr>
          <p:cNvSpPr/>
          <p:nvPr/>
        </p:nvSpPr>
        <p:spPr>
          <a:xfrm>
            <a:off x="2681642" y="2391046"/>
            <a:ext cx="196850" cy="189300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9EA0B25-0CE3-9C36-7864-738B6C3708BF}"/>
              </a:ext>
            </a:extLst>
          </p:cNvPr>
          <p:cNvSpPr/>
          <p:nvPr/>
        </p:nvSpPr>
        <p:spPr>
          <a:xfrm>
            <a:off x="2980092" y="1921745"/>
            <a:ext cx="196850" cy="189300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F766CE-5A02-BAD6-5A0F-6463EAA4FD0A}"/>
              </a:ext>
            </a:extLst>
          </p:cNvPr>
          <p:cNvSpPr/>
          <p:nvPr/>
        </p:nvSpPr>
        <p:spPr>
          <a:xfrm>
            <a:off x="2935642" y="2328746"/>
            <a:ext cx="196850" cy="189300"/>
          </a:xfrm>
          <a:prstGeom prst="rect">
            <a:avLst/>
          </a:prstGeom>
          <a:solidFill>
            <a:schemeClr val="tx1">
              <a:alpha val="42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79A947-B83D-1132-B436-536538C6405D}"/>
              </a:ext>
            </a:extLst>
          </p:cNvPr>
          <p:cNvSpPr txBox="1"/>
          <p:nvPr/>
        </p:nvSpPr>
        <p:spPr>
          <a:xfrm>
            <a:off x="52220" y="3112369"/>
            <a:ext cx="9421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Polygon(s)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585EBD9B-E276-AB3D-D7AD-023BA4BBF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208110" y="4538350"/>
            <a:ext cx="1261753" cy="259080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9898EAD6-14CC-B0B1-7CBC-D74155561D4D}"/>
              </a:ext>
            </a:extLst>
          </p:cNvPr>
          <p:cNvSpPr txBox="1"/>
          <p:nvPr/>
        </p:nvSpPr>
        <p:spPr>
          <a:xfrm>
            <a:off x="261305" y="165442"/>
            <a:ext cx="3058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 User provides geometry(</a:t>
            </a:r>
            <a:r>
              <a:rPr lang="en-US" dirty="0" err="1"/>
              <a:t>ies</a:t>
            </a:r>
            <a:r>
              <a:rPr lang="en-US" dirty="0"/>
              <a:t>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39B77A-9768-F432-A175-330EC1FC990F}"/>
              </a:ext>
            </a:extLst>
          </p:cNvPr>
          <p:cNvSpPr txBox="1"/>
          <p:nvPr/>
        </p:nvSpPr>
        <p:spPr>
          <a:xfrm>
            <a:off x="1367579" y="4901484"/>
            <a:ext cx="9017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watersheds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88CE47-1B25-61B0-AF82-957386022AC1}"/>
              </a:ext>
            </a:extLst>
          </p:cNvPr>
          <p:cNvSpPr txBox="1"/>
          <p:nvPr/>
        </p:nvSpPr>
        <p:spPr>
          <a:xfrm>
            <a:off x="1471738" y="6464092"/>
            <a:ext cx="7344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grid cells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CB9577D5-E5A8-7549-DF07-E5F72F3CC537}"/>
              </a:ext>
            </a:extLst>
          </p:cNvPr>
          <p:cNvCxnSpPr>
            <a:cxnSpLocks/>
          </p:cNvCxnSpPr>
          <p:nvPr/>
        </p:nvCxnSpPr>
        <p:spPr>
          <a:xfrm>
            <a:off x="1467945" y="2217111"/>
            <a:ext cx="46990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9C4F8F7-C035-33D9-B80B-CB6AA38A7919}"/>
              </a:ext>
            </a:extLst>
          </p:cNvPr>
          <p:cNvSpPr txBox="1"/>
          <p:nvPr/>
        </p:nvSpPr>
        <p:spPr>
          <a:xfrm>
            <a:off x="1316366" y="1960418"/>
            <a:ext cx="79060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/>
              <a:t>to polygons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2127268-447C-ACFE-77B2-2723D5EC69FB}"/>
              </a:ext>
            </a:extLst>
          </p:cNvPr>
          <p:cNvSpPr txBox="1"/>
          <p:nvPr/>
        </p:nvSpPr>
        <p:spPr>
          <a:xfrm>
            <a:off x="3880805" y="165442"/>
            <a:ext cx="4196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2. Google Earth Engine samples ERA5-Land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D1D763C-608F-12C9-C0BD-0BC8B4EEF01B}"/>
              </a:ext>
            </a:extLst>
          </p:cNvPr>
          <p:cNvSpPr txBox="1"/>
          <p:nvPr/>
        </p:nvSpPr>
        <p:spPr>
          <a:xfrm>
            <a:off x="8504560" y="165442"/>
            <a:ext cx="3687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Exporting to ELM-ready </a:t>
            </a:r>
            <a:r>
              <a:rPr lang="en-US" dirty="0" err="1"/>
              <a:t>netCDF</a:t>
            </a:r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E6F44F-CC03-E04F-A563-42CEE9F99018}"/>
              </a:ext>
            </a:extLst>
          </p:cNvPr>
          <p:cNvSpPr txBox="1"/>
          <p:nvPr/>
        </p:nvSpPr>
        <p:spPr>
          <a:xfrm>
            <a:off x="155436" y="503369"/>
            <a:ext cx="35275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dapper accepts any number of geometries.</a:t>
            </a:r>
          </a:p>
          <a:p>
            <a:r>
              <a:rPr lang="en-US" sz="1200" dirty="0"/>
              <a:t>Geometries may be any type (point, polygon, multi-types)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5A3119F-AD3A-41C0-42F2-C55ACB7CB7D5}"/>
              </a:ext>
            </a:extLst>
          </p:cNvPr>
          <p:cNvCxnSpPr>
            <a:cxnSpLocks/>
          </p:cNvCxnSpPr>
          <p:nvPr/>
        </p:nvCxnSpPr>
        <p:spPr>
          <a:xfrm>
            <a:off x="3683000" y="1117600"/>
            <a:ext cx="0" cy="50673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1339804-13C0-0BB8-DF26-A0B9CA52C3D1}"/>
              </a:ext>
            </a:extLst>
          </p:cNvPr>
          <p:cNvCxnSpPr>
            <a:cxnSpLocks/>
          </p:cNvCxnSpPr>
          <p:nvPr/>
        </p:nvCxnSpPr>
        <p:spPr>
          <a:xfrm>
            <a:off x="8248650" y="1117600"/>
            <a:ext cx="0" cy="5067300"/>
          </a:xfrm>
          <a:prstGeom prst="line">
            <a:avLst/>
          </a:prstGeom>
          <a:ln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Arrow: Right 43">
            <a:extLst>
              <a:ext uri="{FF2B5EF4-FFF2-40B4-BE49-F238E27FC236}">
                <a16:creationId xmlns:a16="http://schemas.microsoft.com/office/drawing/2014/main" id="{8E340F9D-F1AE-0180-83AA-D53F4B8FCDE4}"/>
              </a:ext>
            </a:extLst>
          </p:cNvPr>
          <p:cNvSpPr/>
          <p:nvPr/>
        </p:nvSpPr>
        <p:spPr>
          <a:xfrm>
            <a:off x="3319835" y="3266257"/>
            <a:ext cx="801314" cy="3693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FB0D0A3-76A6-0A47-517D-65C917267A50}"/>
              </a:ext>
            </a:extLst>
          </p:cNvPr>
          <p:cNvSpPr/>
          <p:nvPr/>
        </p:nvSpPr>
        <p:spPr>
          <a:xfrm>
            <a:off x="7898185" y="3244334"/>
            <a:ext cx="801314" cy="369332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34BDB028-FAD8-9778-22E5-D3D97FD7CF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378" y="2289446"/>
            <a:ext cx="3047030" cy="198753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956223DF-2770-D742-80CB-A022D741E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529" y="1008588"/>
            <a:ext cx="2034723" cy="1160807"/>
          </a:xfrm>
          <a:prstGeom prst="rect">
            <a:avLst/>
          </a:prstGeom>
        </p:spPr>
      </p:pic>
      <p:sp>
        <p:nvSpPr>
          <p:cNvPr id="50" name="Arrow: Right 49">
            <a:extLst>
              <a:ext uri="{FF2B5EF4-FFF2-40B4-BE49-F238E27FC236}">
                <a16:creationId xmlns:a16="http://schemas.microsoft.com/office/drawing/2014/main" id="{D57D64B4-CCA8-4F5F-857B-00EEFD526E77}"/>
              </a:ext>
            </a:extLst>
          </p:cNvPr>
          <p:cNvSpPr/>
          <p:nvPr/>
        </p:nvSpPr>
        <p:spPr>
          <a:xfrm rot="5400000">
            <a:off x="5649541" y="4276601"/>
            <a:ext cx="406249" cy="350352"/>
          </a:xfrm>
          <a:prstGeom prst="rightArrow">
            <a:avLst/>
          </a:prstGeom>
          <a:noFill/>
          <a:ln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D069DF-287D-04D6-E72D-22E7C91B4031}"/>
              </a:ext>
            </a:extLst>
          </p:cNvPr>
          <p:cNvSpPr txBox="1"/>
          <p:nvPr/>
        </p:nvSpPr>
        <p:spPr>
          <a:xfrm>
            <a:off x="4114110" y="4642202"/>
            <a:ext cx="352755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“raw” </a:t>
            </a:r>
            <a:r>
              <a:rPr lang="en-US" sz="1200" dirty="0" err="1"/>
              <a:t>csvs</a:t>
            </a:r>
            <a:r>
              <a:rPr lang="en-US" sz="1200" dirty="0"/>
              <a:t> will be exported from GEE to the </a:t>
            </a:r>
            <a:r>
              <a:rPr lang="en-US" sz="1200" dirty="0" err="1"/>
              <a:t>GDrive</a:t>
            </a:r>
            <a:r>
              <a:rPr lang="en-US" sz="1200" dirty="0"/>
              <a:t> folder you specify. You must download these to your local storage (</a:t>
            </a:r>
            <a:r>
              <a:rPr lang="en-US" sz="1200" dirty="0" err="1"/>
              <a:t>GDrive</a:t>
            </a:r>
            <a:r>
              <a:rPr lang="en-US" sz="1200" dirty="0"/>
              <a:t> app is easiest if you can get it to work).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01E88491-C28B-DD9E-C87B-B8C2F19381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4373" y="5533873"/>
            <a:ext cx="3047031" cy="1249681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2E137B28-CB1B-0AC7-3B49-AC5FCD78D361}"/>
              </a:ext>
            </a:extLst>
          </p:cNvPr>
          <p:cNvSpPr txBox="1"/>
          <p:nvPr/>
        </p:nvSpPr>
        <p:spPr>
          <a:xfrm>
            <a:off x="8509005" y="1092563"/>
            <a:ext cx="352755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3 types of exports:</a:t>
            </a:r>
          </a:p>
          <a:p>
            <a:endParaRPr lang="en-US" sz="1200" dirty="0"/>
          </a:p>
          <a:p>
            <a:r>
              <a:rPr lang="en-US" sz="1200" dirty="0"/>
              <a:t>1) </a:t>
            </a:r>
            <a:r>
              <a:rPr lang="en-US" sz="1200" dirty="0" err="1"/>
              <a:t>sites_file</a:t>
            </a:r>
            <a:r>
              <a:rPr lang="en-US" sz="1200" dirty="0"/>
              <a:t> – all geometries are stored in the same </a:t>
            </a:r>
            <a:r>
              <a:rPr lang="en-US" sz="1200" dirty="0" err="1"/>
              <a:t>netCDF</a:t>
            </a:r>
            <a:r>
              <a:rPr lang="en-US" sz="1200" dirty="0"/>
              <a:t> files; one file per variable</a:t>
            </a:r>
          </a:p>
          <a:p>
            <a:endParaRPr lang="en-US" sz="1200" dirty="0"/>
          </a:p>
          <a:p>
            <a:r>
              <a:rPr lang="en-US" sz="1200" dirty="0"/>
              <a:t>2) </a:t>
            </a:r>
            <a:r>
              <a:rPr lang="en-US" sz="1200" dirty="0" err="1"/>
              <a:t>site_dirs</a:t>
            </a:r>
            <a:r>
              <a:rPr lang="en-US" sz="1200" dirty="0"/>
              <a:t> – each geometry is stored in an individual directory, with one </a:t>
            </a:r>
            <a:r>
              <a:rPr lang="en-US" sz="1200" dirty="0" err="1"/>
              <a:t>netCDF</a:t>
            </a:r>
            <a:r>
              <a:rPr lang="en-US" sz="1200" dirty="0"/>
              <a:t> file per variable</a:t>
            </a:r>
          </a:p>
          <a:p>
            <a:endParaRPr lang="en-US" sz="1200" dirty="0"/>
          </a:p>
          <a:p>
            <a:r>
              <a:rPr lang="en-US" sz="1200" dirty="0"/>
              <a:t>3) gridded  - a rectangular grid is assumed within the </a:t>
            </a:r>
            <a:r>
              <a:rPr lang="en-US" sz="1200" dirty="0" err="1"/>
              <a:t>netCDF</a:t>
            </a:r>
            <a:r>
              <a:rPr lang="en-US" sz="1200" dirty="0"/>
              <a:t>; all grid cells have a value (even if it’s </a:t>
            </a:r>
            <a:r>
              <a:rPr lang="en-US" sz="1200" dirty="0" err="1"/>
              <a:t>NaN</a:t>
            </a:r>
            <a:r>
              <a:rPr lang="en-US" sz="1200" dirty="0"/>
              <a:t>)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881F042-88B1-438E-62D8-78B437599861}"/>
              </a:ext>
            </a:extLst>
          </p:cNvPr>
          <p:cNvSpPr txBox="1"/>
          <p:nvPr/>
        </p:nvSpPr>
        <p:spPr>
          <a:xfrm>
            <a:off x="4184350" y="574590"/>
            <a:ext cx="3589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dapper.utils.gee_utils.sample_e5lh()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10031BB-805B-D23D-959D-0C060799A9EF}"/>
              </a:ext>
            </a:extLst>
          </p:cNvPr>
          <p:cNvSpPr txBox="1"/>
          <p:nvPr/>
        </p:nvSpPr>
        <p:spPr>
          <a:xfrm>
            <a:off x="8699499" y="574590"/>
            <a:ext cx="3110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B050"/>
                </a:solidFill>
              </a:rPr>
              <a:t>dapper.met.exporter.Exporter</a:t>
            </a:r>
            <a:r>
              <a:rPr lang="en-US" dirty="0">
                <a:solidFill>
                  <a:srgbClr val="00B050"/>
                </a:solidFill>
              </a:rPr>
              <a:t>()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6B26D8AC-990C-DF57-4C0E-83C3E6D6D8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449" y="3420146"/>
            <a:ext cx="1809718" cy="147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5850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8623</TotalTime>
  <Words>184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Schwenk, Jon</dc:creator>
  <cp:lastModifiedBy>Schwenk, Jon</cp:lastModifiedBy>
  <cp:revision>3</cp:revision>
  <dcterms:created xsi:type="dcterms:W3CDTF">2025-09-18T17:32:38Z</dcterms:created>
  <dcterms:modified xsi:type="dcterms:W3CDTF">2025-09-24T17:16:19Z</dcterms:modified>
</cp:coreProperties>
</file>